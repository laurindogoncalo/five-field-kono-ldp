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5195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2560320"/>
          </a:xfrm>
          <a:prstGeom prst="rect">
            <a:avLst/>
          </a:prstGeom>
          <a:solidFill>
            <a:srgbClr val="161B22"/>
          </a:solidFill>
          <a:ln/>
          <a:effectLst>
            <a:outerShdw blurRad="254000" dist="50800" dir="81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400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FIELD KONO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2286000" y="2240280"/>
            <a:ext cx="4572000" cy="36576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731520" y="23317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Funcional e Estruturação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7889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de Programação  ·  ECGM  ·  IPVC/ESTG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3246120"/>
            <a:ext cx="4023360" cy="7315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2560320" y="32461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Laurindo Gonçalo  Nº 33054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Eduardo Gonçalves  Nº 20989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O FIVE FIELD KONO?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5120640" cy="38404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de tabuleiro tradicional coreano para 2 jogadores. Simples nas regras, profundo na estratégia.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jogador começa com 10 peças nas suas 2 linhas. O objetivo é ocupar as posições iniciais do adversário antes que ele ocupe as suas.</a:t>
            </a:r>
            <a:endParaRPr lang="en-US" sz="13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Movimento</a:t>
            </a:r>
            <a:endParaRPr lang="en-US" sz="1300" dirty="0"/>
          </a:p>
          <a:p>
            <a:pPr marL="0" indent="0"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peças movem-se para casas adjacentes vazias. Movimentos ortogonais (cima, baixo, esquerda, direita) são sempre válidos. Movimentos diagonais só são permitidos nas interseções marcadas — onde (linha + coluna) é par.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960120"/>
            <a:ext cx="3017520" cy="38404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576072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TABULEIRO 5×5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98464" y="1517904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6492240" y="1517904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Shape 8"/>
          <p:cNvSpPr/>
          <p:nvPr/>
        </p:nvSpPr>
        <p:spPr>
          <a:xfrm>
            <a:off x="6986016" y="1517904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7479792" y="1517904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7973568" y="1517904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5998464" y="2011680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Shape 12"/>
          <p:cNvSpPr/>
          <p:nvPr/>
        </p:nvSpPr>
        <p:spPr>
          <a:xfrm>
            <a:off x="6492240" y="2011680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6986016" y="2011680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7479792" y="2011680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7973568" y="2011680"/>
            <a:ext cx="384048" cy="384048"/>
          </a:xfrm>
          <a:prstGeom prst="ellipse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Shape 16"/>
          <p:cNvSpPr/>
          <p:nvPr/>
        </p:nvSpPr>
        <p:spPr>
          <a:xfrm>
            <a:off x="5998464" y="25054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Shape 17"/>
          <p:cNvSpPr/>
          <p:nvPr/>
        </p:nvSpPr>
        <p:spPr>
          <a:xfrm>
            <a:off x="6492240" y="25054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6986016" y="25054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7479792" y="25054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7973568" y="2505456"/>
            <a:ext cx="384048" cy="38404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Shape 21"/>
          <p:cNvSpPr/>
          <p:nvPr/>
        </p:nvSpPr>
        <p:spPr>
          <a:xfrm>
            <a:off x="5998464" y="2999232"/>
            <a:ext cx="384048" cy="38404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Shape 22"/>
          <p:cNvSpPr/>
          <p:nvPr/>
        </p:nvSpPr>
        <p:spPr>
          <a:xfrm>
            <a:off x="6492240" y="2999232"/>
            <a:ext cx="384048" cy="38404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6986016" y="2999232"/>
            <a:ext cx="384048" cy="38404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Shape 24"/>
          <p:cNvSpPr/>
          <p:nvPr/>
        </p:nvSpPr>
        <p:spPr>
          <a:xfrm>
            <a:off x="7479792" y="2999232"/>
            <a:ext cx="384048" cy="38404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Shape 25"/>
          <p:cNvSpPr/>
          <p:nvPr/>
        </p:nvSpPr>
        <p:spPr>
          <a:xfrm>
            <a:off x="7973568" y="2999232"/>
            <a:ext cx="384048" cy="38404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Shape 26"/>
          <p:cNvSpPr/>
          <p:nvPr/>
        </p:nvSpPr>
        <p:spPr>
          <a:xfrm>
            <a:off x="5998464" y="3493008"/>
            <a:ext cx="384048" cy="38404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Shape 27"/>
          <p:cNvSpPr/>
          <p:nvPr/>
        </p:nvSpPr>
        <p:spPr>
          <a:xfrm>
            <a:off x="6492240" y="3493008"/>
            <a:ext cx="384048" cy="38404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Shape 28"/>
          <p:cNvSpPr/>
          <p:nvPr/>
        </p:nvSpPr>
        <p:spPr>
          <a:xfrm>
            <a:off x="6986016" y="3493008"/>
            <a:ext cx="384048" cy="38404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Shape 29"/>
          <p:cNvSpPr/>
          <p:nvPr/>
        </p:nvSpPr>
        <p:spPr>
          <a:xfrm>
            <a:off x="7479792" y="3493008"/>
            <a:ext cx="384048" cy="38404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Shape 30"/>
          <p:cNvSpPr/>
          <p:nvPr/>
        </p:nvSpPr>
        <p:spPr>
          <a:xfrm>
            <a:off x="7973568" y="3493008"/>
            <a:ext cx="384048" cy="38404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31"/>
          <p:cNvSpPr/>
          <p:nvPr/>
        </p:nvSpPr>
        <p:spPr>
          <a:xfrm>
            <a:off x="5760720" y="4434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J1 (Ouro)  </a:t>
            </a:r>
            <a:r>
              <a:rPr lang="en-US" sz="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J2 (Prata)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elaborado por: Laurindo Gonçalo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ANÁLISE DE REQUISITOS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840480"/>
          </a:xfrm>
          <a:prstGeom prst="rect">
            <a:avLst/>
          </a:prstGeom>
          <a:solidFill>
            <a:srgbClr val="0D1117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DO SISTEMA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3931920" cy="2743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502920" y="1499616"/>
            <a:ext cx="64008" cy="292608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Tabuleiro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Grelha 5×5 com 25 células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020824"/>
            <a:ext cx="64008" cy="292608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685800" y="19842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(linha, coluna) no tabuleiro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542032"/>
            <a:ext cx="64008" cy="292608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685800" y="250545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Pertence a um jogador, ocupa uma célula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63240"/>
            <a:ext cx="64008" cy="292608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685800" y="30266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10 peças, um nome e uma cor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584448"/>
            <a:ext cx="64008" cy="292608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85800" y="35478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turnos, estado e vitória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105656"/>
            <a:ext cx="64008" cy="292608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C8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Origem, destino e validação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3931920" cy="38404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84632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4CA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DO SISTEMA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371600"/>
            <a:ext cx="3931920" cy="27432"/>
          </a:xfrm>
          <a:prstGeom prst="rect">
            <a:avLst/>
          </a:prstGeom>
          <a:solidFill>
            <a:srgbClr val="4CAF8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4983480" y="1499616"/>
            <a:ext cx="64008" cy="292608"/>
          </a:xfrm>
          <a:prstGeom prst="rect">
            <a:avLst/>
          </a:prstGeom>
          <a:solidFill>
            <a:srgbClr val="4CAF8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5166360" y="146304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iniciarJogo()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 peças nas posições iniciais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83480" y="2020824"/>
            <a:ext cx="64008" cy="292608"/>
          </a:xfrm>
          <a:prstGeom prst="rect">
            <a:avLst/>
          </a:prstGeom>
          <a:solidFill>
            <a:srgbClr val="4CAF8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5166360" y="19842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selecionarPeca(l,c)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 peça do jogador ativo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2542032"/>
            <a:ext cx="64008" cy="292608"/>
          </a:xfrm>
          <a:prstGeom prst="rect">
            <a:avLst/>
          </a:prstGeom>
          <a:solidFill>
            <a:srgbClr val="4CAF8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5166360" y="250545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calcularMovimentos(p)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casas válidas para mover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83480" y="3063240"/>
            <a:ext cx="64008" cy="292608"/>
          </a:xfrm>
          <a:prstGeom prst="rect">
            <a:avLst/>
          </a:prstGeom>
          <a:solidFill>
            <a:srgbClr val="4CAF8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5166360" y="302666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moverPeca(orig,dest)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 posições no tabuleiro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83480" y="3584448"/>
            <a:ext cx="64008" cy="292608"/>
          </a:xfrm>
          <a:prstGeom prst="rect">
            <a:avLst/>
          </a:prstGeom>
          <a:solidFill>
            <a:srgbClr val="4CAF8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5166360" y="354787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trocarTurno()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 a vez ao próximo jogador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83480" y="4105656"/>
            <a:ext cx="64008" cy="292608"/>
          </a:xfrm>
          <a:prstGeom prst="rect">
            <a:avLst/>
          </a:prstGeom>
          <a:solidFill>
            <a:srgbClr val="4CAF8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3" name="Text 31"/>
          <p:cNvSpPr/>
          <p:nvPr/>
        </p:nvSpPr>
        <p:spPr>
          <a:xfrm>
            <a:off x="5166360" y="406908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verificarVitoria()
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se alguém ganhou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elaborado por: Laurindo Gonçalo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ESTRUTURAÇÃO DA APLICAÇÃO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2304288"/>
          </a:xfrm>
          <a:prstGeom prst="rect">
            <a:avLst/>
          </a:prstGeom>
          <a:solidFill>
            <a:srgbClr val="0D111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«class»  Jogo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3931920" cy="2743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02920" y="1344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tabuleiro: Tabuleiro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5819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jogadores: Jogador[2]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81965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turnoAtual: int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20574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estado: string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" y="2295144"/>
            <a:ext cx="3931920" cy="2743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502920" y="23408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iniciar()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5786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verificarVitoria()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81635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trocarTurno()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3931920" cy="1591056"/>
          </a:xfrm>
          <a:prstGeom prst="rect">
            <a:avLst/>
          </a:prstGeom>
          <a:solidFill>
            <a:srgbClr val="0D111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3931920" cy="384048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4754880" y="9144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«class»  Tabuleiro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298448"/>
            <a:ext cx="3931920" cy="2743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892040" y="13441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celulas: Celula[5][5]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581912"/>
            <a:ext cx="3931920" cy="2743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4892040" y="16276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renderizar()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92040" y="18653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obterCelula(l,c)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1031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limpar()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127248"/>
            <a:ext cx="3931920" cy="1828800"/>
          </a:xfrm>
          <a:prstGeom prst="rect">
            <a:avLst/>
          </a:prstGeom>
          <a:solidFill>
            <a:srgbClr val="0D111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6" name="Shape 24"/>
          <p:cNvSpPr/>
          <p:nvPr/>
        </p:nvSpPr>
        <p:spPr>
          <a:xfrm>
            <a:off x="365760" y="3127248"/>
            <a:ext cx="3931920" cy="384048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365760" y="3127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«class»  Jogador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3511296"/>
            <a:ext cx="3931920" cy="2743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502920" y="35570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nome: string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02920" y="3794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cor: string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2920" y="4032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pecas: Peca[]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4270248"/>
            <a:ext cx="3931920" cy="2743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3" name="Text 31"/>
          <p:cNvSpPr/>
          <p:nvPr/>
        </p:nvSpPr>
        <p:spPr>
          <a:xfrm>
            <a:off x="502920" y="4315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selecionarPeca()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" y="4553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mover()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127248"/>
            <a:ext cx="3931920" cy="1828800"/>
          </a:xfrm>
          <a:prstGeom prst="rect">
            <a:avLst/>
          </a:prstGeom>
          <a:solidFill>
            <a:srgbClr val="0D1117"/>
          </a:solidFill>
          <a:ln/>
          <a:effectLst>
            <a:outerShdw blurRad="762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36" name="Shape 34"/>
          <p:cNvSpPr/>
          <p:nvPr/>
        </p:nvSpPr>
        <p:spPr>
          <a:xfrm>
            <a:off x="4754880" y="3127248"/>
            <a:ext cx="3931920" cy="384048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7" name="Text 35"/>
          <p:cNvSpPr/>
          <p:nvPr/>
        </p:nvSpPr>
        <p:spPr>
          <a:xfrm>
            <a:off x="4754880" y="3127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«class»  Peca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3511296"/>
            <a:ext cx="3931920" cy="2743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9" name="Text 37"/>
          <p:cNvSpPr/>
          <p:nvPr/>
        </p:nvSpPr>
        <p:spPr>
          <a:xfrm>
            <a:off x="4892040" y="355701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linha: int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92040" y="3794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coluna: int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40325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dono: Jogador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4270248"/>
            <a:ext cx="3931920" cy="27432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43" name="Text 41"/>
          <p:cNvSpPr/>
          <p:nvPr/>
        </p:nvSpPr>
        <p:spPr>
          <a:xfrm>
            <a:off x="4892040" y="4315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movimentosValidos()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92040" y="45537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mover(destino)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elaborado por: Eduardo Gonçalves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DIAGRAMA UML — RELAÇÕES ENTRE CLASSES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0" y="914400"/>
            <a:ext cx="2194560" cy="777240"/>
          </a:xfrm>
          <a:prstGeom prst="rect">
            <a:avLst/>
          </a:prstGeom>
          <a:solidFill>
            <a:srgbClr val="0D1117"/>
          </a:solidFill>
          <a:ln w="1905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3474720" y="914400"/>
            <a:ext cx="2194560" cy="34747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3474720" y="9144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Jogo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566160" y="12984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/ métodos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2194560" cy="777240"/>
          </a:xfrm>
          <a:prstGeom prst="rect">
            <a:avLst/>
          </a:prstGeom>
          <a:solidFill>
            <a:srgbClr val="0D1117"/>
          </a:solidFill>
          <a:ln w="1905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2194560" cy="34747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Tabuleiro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944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/ métodos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2560320"/>
            <a:ext cx="2194560" cy="777240"/>
          </a:xfrm>
          <a:prstGeom prst="rect">
            <a:avLst/>
          </a:prstGeom>
          <a:solidFill>
            <a:srgbClr val="0D1117"/>
          </a:solidFill>
          <a:ln w="1905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Shape 11"/>
          <p:cNvSpPr/>
          <p:nvPr/>
        </p:nvSpPr>
        <p:spPr>
          <a:xfrm>
            <a:off x="6217920" y="2560320"/>
            <a:ext cx="2194560" cy="34747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6217920" y="25603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Jogador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944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/ métodos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3931920"/>
            <a:ext cx="2194560" cy="777240"/>
          </a:xfrm>
          <a:prstGeom prst="rect">
            <a:avLst/>
          </a:prstGeom>
          <a:solidFill>
            <a:srgbClr val="0D1117"/>
          </a:solidFill>
          <a:ln w="1905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Shape 15"/>
          <p:cNvSpPr/>
          <p:nvPr/>
        </p:nvSpPr>
        <p:spPr>
          <a:xfrm>
            <a:off x="3474720" y="3931920"/>
            <a:ext cx="2194560" cy="34747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3474720" y="3931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Peca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4315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/ métodos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1307592"/>
            <a:ext cx="0" cy="1252728"/>
          </a:xfrm>
          <a:prstGeom prst="line">
            <a:avLst/>
          </a:prstGeom>
          <a:noFill/>
          <a:ln w="1905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118872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controla 1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669280" y="1307592"/>
            <a:ext cx="1463040" cy="1252728"/>
          </a:xfrm>
          <a:prstGeom prst="line">
            <a:avLst/>
          </a:prstGeom>
          <a:noFill/>
          <a:ln w="1905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6217920" y="1691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tem 2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583680" y="3337560"/>
            <a:ext cx="0" cy="594360"/>
          </a:xfrm>
          <a:prstGeom prst="line">
            <a:avLst/>
          </a:prstGeom>
          <a:noFill/>
          <a:ln w="19050">
            <a:solidFill>
              <a:srgbClr val="4CAF8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55778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tem 10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828800" y="3337560"/>
            <a:ext cx="1645920" cy="594360"/>
          </a:xfrm>
          <a:prstGeom prst="line">
            <a:avLst/>
          </a:prstGeom>
          <a:noFill/>
          <a:ln w="19050">
            <a:solidFill>
              <a:srgbClr val="4CAF8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210312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contém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548640" y="46634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 Associação  </a:t>
            </a:r>
            <a:r>
              <a:rPr lang="en-US" sz="1000" dirty="0">
                <a:solidFill>
                  <a:srgbClr val="4CA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 Composição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elaborado por: Eduardo Gonçalves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&amp; GITHUB — EVOLUÇÃO DA APRESENTAÇÃO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411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2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 ← branch principal onde a apresentação final é guardada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393192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365760" y="1554480"/>
            <a:ext cx="3931920" cy="347472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laurindo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95681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Capa e introdução ao jogo
✔ Slide de análise de requisitos
✔ Objetos e ações do sistema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3931920" cy="1554480"/>
          </a:xfrm>
          <a:prstGeom prst="rect">
            <a:avLst/>
          </a:prstGeom>
          <a:solidFill>
            <a:srgbClr val="0D1117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4846320" y="1554480"/>
            <a:ext cx="3931920" cy="347472"/>
          </a:xfrm>
          <a:prstGeom prst="rect">
            <a:avLst/>
          </a:prstGeom>
          <a:solidFill>
            <a:srgbClr val="888888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branch: eduardo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1956816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Estruturação e classes UML
✔ Diagrama de relações
✔ Revisão e conclusão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60520" y="2377440"/>
            <a:ext cx="822960" cy="201168"/>
          </a:xfrm>
          <a:prstGeom prst="rect">
            <a:avLst/>
          </a:prstGeom>
          <a:solidFill>
            <a:srgbClr val="4CAF8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4069080" y="22402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4CA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8412480" cy="15544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C8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COMANDOS UTILIZADOS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703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init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Inicializar o repositório local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977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Adicionar ficheiros à área de preparação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251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"mensagem"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Guardar versão com descrição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526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 laurindo / eduardo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Criar ramo por cada membro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37033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switch -c laurindo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Mudar para o ramo do membro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37760" y="39776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merge laurindo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Juntar ramos no branch main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42519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CAF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origin main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Enviar versão final para o GitHub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elaborado por: Eduardo Gonçalves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kern="0" spc="600" dirty="0">
                <a:solidFill>
                  <a:srgbClr val="C8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572000" cy="36576"/>
          </a:xfrm>
          <a:prstGeom prst="rect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5" name="Shape 3"/>
          <p:cNvSpPr/>
          <p:nvPr/>
        </p:nvSpPr>
        <p:spPr>
          <a:xfrm>
            <a:off x="457200" y="1572768"/>
            <a:ext cx="182880" cy="182880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 Five Field Kono analisado e estruturado em detalhe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29968"/>
            <a:ext cx="182880" cy="182880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requisitos com 6 objetos e 6 ações identificadas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87168"/>
            <a:ext cx="182880" cy="182880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orientada a objetos com 4 classes principais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44368"/>
            <a:ext cx="182880" cy="182880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UML com relações de associação e composição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401568"/>
            <a:ext cx="182880" cy="182880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777240" y="33832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Git com branches por membro (laurindo + eduardo)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182880" cy="182880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777240" y="38404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dos ramos no branch main — colaboração real em equipa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315968"/>
            <a:ext cx="182880" cy="182880"/>
          </a:xfrm>
          <a:prstGeom prst="ellipse">
            <a:avLst/>
          </a:prstGeom>
          <a:solidFill>
            <a:srgbClr val="C8922A"/>
          </a:solidFill>
          <a:ln/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77724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0E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github.com/laurindogoncalo/five-field-kono-ldp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Laurindo Gonçalo Nº33054  ·  Eduardo Gonçalves Nº20989  ·  Grupo 12  ·  LDP · ECGM · IPVC/ESTG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662</Words>
  <Application>Microsoft Office PowerPoint</Application>
  <PresentationFormat>Apresentação no Ecrã (16:9)</PresentationFormat>
  <Paragraphs>111</Paragraphs>
  <Slides>7</Slides>
  <Notes>7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Laurindo Samunga Gonçalo</cp:lastModifiedBy>
  <cp:revision>2</cp:revision>
  <dcterms:created xsi:type="dcterms:W3CDTF">2026-04-20T12:25:05Z</dcterms:created>
  <dcterms:modified xsi:type="dcterms:W3CDTF">2026-04-20T12:38:54Z</dcterms:modified>
</cp:coreProperties>
</file>